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3460C-0A20-4E27-BA6E-D76C16054A57}" type="datetimeFigureOut">
              <a:rPr lang="en-US" smtClean="0"/>
              <a:t>4/21/2022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B390-E508-4909-8A8C-ABC07785A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40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3460C-0A20-4E27-BA6E-D76C16054A57}" type="datetimeFigureOut">
              <a:rPr lang="en-US" smtClean="0"/>
              <a:t>4/21/2022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B390-E508-4909-8A8C-ABC07785A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639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3460C-0A20-4E27-BA6E-D76C16054A57}" type="datetimeFigureOut">
              <a:rPr lang="en-US" smtClean="0"/>
              <a:t>4/21/2022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B390-E508-4909-8A8C-ABC07785A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25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3460C-0A20-4E27-BA6E-D76C16054A57}" type="datetimeFigureOut">
              <a:rPr lang="en-US" smtClean="0"/>
              <a:t>4/21/2022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B390-E508-4909-8A8C-ABC07785A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035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3460C-0A20-4E27-BA6E-D76C16054A57}" type="datetimeFigureOut">
              <a:rPr lang="en-US" smtClean="0"/>
              <a:t>4/21/2022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B390-E508-4909-8A8C-ABC07785A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747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3460C-0A20-4E27-BA6E-D76C16054A57}" type="datetimeFigureOut">
              <a:rPr lang="en-US" smtClean="0"/>
              <a:t>4/21/2022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B390-E508-4909-8A8C-ABC07785A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580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3460C-0A20-4E27-BA6E-D76C16054A57}" type="datetimeFigureOut">
              <a:rPr lang="en-US" smtClean="0"/>
              <a:t>4/21/2022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B390-E508-4909-8A8C-ABC07785A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045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3460C-0A20-4E27-BA6E-D76C16054A57}" type="datetimeFigureOut">
              <a:rPr lang="en-US" smtClean="0"/>
              <a:t>4/21/2022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B390-E508-4909-8A8C-ABC07785A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175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3460C-0A20-4E27-BA6E-D76C16054A57}" type="datetimeFigureOut">
              <a:rPr lang="en-US" smtClean="0"/>
              <a:t>4/21/2022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B390-E508-4909-8A8C-ABC07785A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965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3460C-0A20-4E27-BA6E-D76C16054A57}" type="datetimeFigureOut">
              <a:rPr lang="en-US" smtClean="0"/>
              <a:t>4/21/2022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B390-E508-4909-8A8C-ABC07785A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942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3460C-0A20-4E27-BA6E-D76C16054A57}" type="datetimeFigureOut">
              <a:rPr lang="en-US" smtClean="0"/>
              <a:t>4/21/2022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B390-E508-4909-8A8C-ABC07785A080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48731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3460C-0A20-4E27-BA6E-D76C16054A57}" type="datetimeFigureOut">
              <a:rPr lang="en-US" smtClean="0"/>
              <a:t>4/21/2022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B390-E508-4909-8A8C-ABC07785A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6365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3460C-0A20-4E27-BA6E-D76C16054A57}" type="datetimeFigureOut">
              <a:rPr lang="en-US" smtClean="0"/>
              <a:t>4/21/2022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B390-E508-4909-8A8C-ABC07785A08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354267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3460C-0A20-4E27-BA6E-D76C16054A57}" type="datetimeFigureOut">
              <a:rPr lang="en-US" smtClean="0"/>
              <a:t>4/21/2022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B390-E508-4909-8A8C-ABC07785A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953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3460C-0A20-4E27-BA6E-D76C16054A57}" type="datetimeFigureOut">
              <a:rPr lang="en-US" smtClean="0"/>
              <a:t>4/21/2022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B390-E508-4909-8A8C-ABC07785A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5577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3460C-0A20-4E27-BA6E-D76C16054A57}" type="datetimeFigureOut">
              <a:rPr lang="en-US" smtClean="0"/>
              <a:t>4/21/2022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B390-E508-4909-8A8C-ABC07785A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819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3460C-0A20-4E27-BA6E-D76C16054A57}" type="datetimeFigureOut">
              <a:rPr lang="en-US" smtClean="0"/>
              <a:t>4/21/2022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4ADB390-E508-4909-8A8C-ABC07785A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208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Лабораторная работа №2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Самигуллин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Эмиль Артурович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НКНбд-02-21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769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Изучить идеологию и применение средств контроля версий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Освоить умения по работе с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8299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Ход работы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Создали учётную запись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Установили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-flow,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gh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Базово настроили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Создали ключи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ssh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gpg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Добавили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ssh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Создали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репозиторию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курса на основе шаблона</a:t>
            </a:r>
          </a:p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Настроили каталог курса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468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За время лабораторной работы</a:t>
            </a:r>
            <a:r>
              <a:rPr lang="ru-RU" dirty="0"/>
              <a:t> </a:t>
            </a:r>
            <a:r>
              <a:rPr lang="ru-RU" dirty="0" smtClean="0"/>
              <a:t>мы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•</a:t>
            </a:r>
            <a:r>
              <a:rPr lang="ru-RU" dirty="0" smtClean="0"/>
              <a:t> Изучили идеологию и применение средств контроля версий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lang="ru-RU" dirty="0" smtClean="0"/>
              <a:t>• Освоили умение по работе с </a:t>
            </a:r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ru-RU" dirty="0" smtClean="0"/>
              <a:t>и </a:t>
            </a:r>
            <a:r>
              <a:rPr lang="en-US" dirty="0" err="1" smtClean="0"/>
              <a:t>github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• </a:t>
            </a:r>
            <a:r>
              <a:rPr lang="ru-RU" dirty="0" smtClean="0"/>
              <a:t>Научились создавать </a:t>
            </a:r>
            <a:r>
              <a:rPr lang="en-US" dirty="0" err="1" smtClean="0"/>
              <a:t>ssh</a:t>
            </a:r>
            <a:r>
              <a:rPr lang="en-US" dirty="0" smtClean="0"/>
              <a:t> </a:t>
            </a:r>
            <a:r>
              <a:rPr lang="ru-RU" dirty="0" smtClean="0"/>
              <a:t>и </a:t>
            </a:r>
            <a:r>
              <a:rPr lang="en-US" dirty="0" err="1" smtClean="0"/>
              <a:t>gpg</a:t>
            </a:r>
            <a:r>
              <a:rPr lang="en-US" dirty="0" smtClean="0"/>
              <a:t> </a:t>
            </a:r>
            <a:r>
              <a:rPr lang="ru-RU" dirty="0" smtClean="0"/>
              <a:t>ключи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lang="ru-RU" dirty="0" smtClean="0"/>
              <a:t>• Создали свою первую </a:t>
            </a:r>
            <a:r>
              <a:rPr lang="ru-RU" dirty="0" err="1" smtClean="0"/>
              <a:t>репозиторию</a:t>
            </a:r>
            <a:r>
              <a:rPr lang="en-US" dirty="0" smtClean="0"/>
              <a:t/>
            </a:r>
            <a:br>
              <a:rPr lang="en-US" dirty="0" smtClean="0"/>
            </a:b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412695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</TotalTime>
  <Words>67</Words>
  <Application>Microsoft Office PowerPoint</Application>
  <PresentationFormat>Широкоэкранный</PresentationFormat>
  <Paragraphs>20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Times New Roman</vt:lpstr>
      <vt:lpstr>Trebuchet MS</vt:lpstr>
      <vt:lpstr>Wingdings 3</vt:lpstr>
      <vt:lpstr>Аспект</vt:lpstr>
      <vt:lpstr>Лабораторная работа №2</vt:lpstr>
      <vt:lpstr>Цель работы</vt:lpstr>
      <vt:lpstr>Ход работы</vt:lpstr>
      <vt:lpstr>Вывод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</dc:title>
  <dc:creator>Emil</dc:creator>
  <cp:lastModifiedBy>Emil</cp:lastModifiedBy>
  <cp:revision>3</cp:revision>
  <dcterms:created xsi:type="dcterms:W3CDTF">2022-04-21T09:51:05Z</dcterms:created>
  <dcterms:modified xsi:type="dcterms:W3CDTF">2022-04-21T10:09:51Z</dcterms:modified>
</cp:coreProperties>
</file>