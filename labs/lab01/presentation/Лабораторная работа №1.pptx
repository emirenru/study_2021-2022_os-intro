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7293F-DAFB-40A3-8CF5-DEF74277D6A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CE64E-4A7D-412C-8D62-B9C2D57F5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805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7293F-DAFB-40A3-8CF5-DEF74277D6A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CE64E-4A7D-412C-8D62-B9C2D57F5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592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7293F-DAFB-40A3-8CF5-DEF74277D6A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CE64E-4A7D-412C-8D62-B9C2D57F5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892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7293F-DAFB-40A3-8CF5-DEF74277D6A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CE64E-4A7D-412C-8D62-B9C2D57F5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4573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7293F-DAFB-40A3-8CF5-DEF74277D6A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CE64E-4A7D-412C-8D62-B9C2D57F5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7142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7293F-DAFB-40A3-8CF5-DEF74277D6A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CE64E-4A7D-412C-8D62-B9C2D57F5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1543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7293F-DAFB-40A3-8CF5-DEF74277D6A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CE64E-4A7D-412C-8D62-B9C2D57F5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327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7293F-DAFB-40A3-8CF5-DEF74277D6A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CE64E-4A7D-412C-8D62-B9C2D57F5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733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7293F-DAFB-40A3-8CF5-DEF74277D6A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CE64E-4A7D-412C-8D62-B9C2D57F5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120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7293F-DAFB-40A3-8CF5-DEF74277D6A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CE64E-4A7D-412C-8D62-B9C2D57F5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8905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7293F-DAFB-40A3-8CF5-DEF74277D6A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CE64E-4A7D-412C-8D62-B9C2D57F502C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31959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7293F-DAFB-40A3-8CF5-DEF74277D6A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CE64E-4A7D-412C-8D62-B9C2D57F5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482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7293F-DAFB-40A3-8CF5-DEF74277D6A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CE64E-4A7D-412C-8D62-B9C2D57F502C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7430966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7293F-DAFB-40A3-8CF5-DEF74277D6A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CE64E-4A7D-412C-8D62-B9C2D57F5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85705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7293F-DAFB-40A3-8CF5-DEF74277D6A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CE64E-4A7D-412C-8D62-B9C2D57F5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388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F7293F-DAFB-40A3-8CF5-DEF74277D6A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6CE64E-4A7D-412C-8D62-B9C2D57F5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221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F7293F-DAFB-40A3-8CF5-DEF74277D6AC}" type="datetimeFigureOut">
              <a:rPr lang="en-US" smtClean="0"/>
              <a:t>4/20/2022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56CE64E-4A7D-412C-8D62-B9C2D57F50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4459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07067" y="1466280"/>
            <a:ext cx="7766936" cy="1646302"/>
          </a:xfrm>
        </p:spPr>
        <p:txBody>
          <a:bodyPr/>
          <a:lstStyle/>
          <a:p>
            <a:pPr algn="ctr"/>
            <a:r>
              <a:rPr lang="ru-RU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Лабораторная работа №1</a:t>
            </a: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Самигуллин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Эмиль Артурович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Группа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НКНбд-02-21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9877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Работы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Приобретение практических навыков установки операционной системы на виртуальную машину</a:t>
            </a:r>
          </a:p>
          <a:p>
            <a:r>
              <a:rPr lang="ru-RU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Настройка минимально необходимых для дальнейшей работы сервисов</a:t>
            </a:r>
          </a:p>
          <a:p>
            <a:pPr marL="0" indent="0">
              <a:buNone/>
            </a:pPr>
            <a:endParaRPr lang="ru-RU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561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Ход Работы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Настроили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VirtualBox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Установили операционную систему 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Fedora</a:t>
            </a:r>
          </a:p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Настроили для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минимально необходимых для дальнейшей работы 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сервисов</a:t>
            </a:r>
          </a:p>
          <a:p>
            <a:pPr marL="0" indent="0">
              <a:buNone/>
            </a:pP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10670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Вывод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/>
              <a:t>Во время лабораторной работы, научились устанавливать операционную систему на виртуальную машину, настраивать минимально-необходимые вещи для дальнейшей работы.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402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32</TotalTime>
  <Words>67</Words>
  <Application>Microsoft Office PowerPoint</Application>
  <PresentationFormat>Широкоэкранный</PresentationFormat>
  <Paragraphs>12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Times New Roman</vt:lpstr>
      <vt:lpstr>Trebuchet MS</vt:lpstr>
      <vt:lpstr>Wingdings 3</vt:lpstr>
      <vt:lpstr>Аспект</vt:lpstr>
      <vt:lpstr>Лабораторная работа №1</vt:lpstr>
      <vt:lpstr>Цель Работы</vt:lpstr>
      <vt:lpstr>Ход Работы</vt:lpstr>
      <vt:lpstr>Вывод</vt:lpstr>
    </vt:vector>
  </TitlesOfParts>
  <Company>diakov.net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№1</dc:title>
  <dc:creator>Emil</dc:creator>
  <cp:lastModifiedBy>Emil</cp:lastModifiedBy>
  <cp:revision>4</cp:revision>
  <dcterms:created xsi:type="dcterms:W3CDTF">2022-04-20T10:25:28Z</dcterms:created>
  <dcterms:modified xsi:type="dcterms:W3CDTF">2022-04-20T10:57:45Z</dcterms:modified>
</cp:coreProperties>
</file>